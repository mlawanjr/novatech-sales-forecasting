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24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4627" y="1487835"/>
            <a:ext cx="43947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NovaTech Store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90077" y="2326035"/>
            <a:ext cx="3763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Forecasting Analysis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586395" y="2897535"/>
            <a:ext cx="39712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Study of Forecasting Techniques</a:t>
            </a:r>
          </a:p>
          <a:p>
            <a:pPr algn="ctr">
              <a:lnSpc>
                <a:spcPts val="2100"/>
              </a:lnSpc>
            </a:pPr>
            <a:endParaRPr lang="en-US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>
              <a:lnSpc>
                <a:spcPts val="2100"/>
              </a:lnSpc>
            </a:pP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Prepared by:</a:t>
            </a:r>
          </a:p>
          <a:p>
            <a:pPr algn="ctr">
              <a:lnSpc>
                <a:spcPts val="2100"/>
              </a:lnSpc>
            </a:pP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Mohammed Lawan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Role: Data Analyst 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Analysis Tool: Microsoft Excel (Time-Series Forecasting &amp; Error Metrics</a:t>
            </a:r>
            <a:r>
              <a:rPr lang="en-US" i="1" dirty="0"/>
              <a:t>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 flipV="1">
            <a:off x="3357260" y="3655665"/>
            <a:ext cx="2429330" cy="117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NovaTech 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retailer specializing in Lenovo PCs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product range from workstations to laptops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for exceptional customer service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online shopping platform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in-depth analysis of various forecasting techniques using historical sales data to identify the most accurate method for future implementation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011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historical sales data from 1959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multiple forecasting techniques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optimal forecasting method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Techniques Analyzed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Approach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7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method using previous period's actual value as forecast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78321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Averages data from recent periods to smooth fluctuations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5278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06030"/>
            <a:ext cx="7924800" cy="152787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Techniques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3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Smoothing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7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moving average with more weight on recent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310830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78321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approach identifying linear trends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Mean Absolute Error - average magnitude of errors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MSE: Mean Squared Error - squared differences for larger errors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MAPE: Mean Absolute Percentage Error - percentage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Accuracy: Overall prediction reliability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401961"/>
          <a:ext cx="7924800" cy="2047875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Naïve 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82.47%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 Average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84.68%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Exp. Smoothing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1343.60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1,805,314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3303.93%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-3203.93%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 Results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Average: Best Performer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Mean Absolute Error: 6.28 units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Mean Squared Error: 61.38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MAPE: 15.32%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Accuracy: 84.68%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 consistently outperformed other methods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Smoothing showed comparable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unsuitable for this dataset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daily sales ranged from 23 to 73 units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Recommendation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Moving Average as the primary forecasting technique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7448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accuracy across all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Smooths out short-term fluctuations effectively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implement and interpret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3-period moving average for optimal balance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forecast accuracy monthly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Exponential Smoothing as backup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historical data continuously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inventory management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stockout incidents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resource allocation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customer satisfaction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Moving Average model in forecasting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staff on new forecasting methodology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monitoring and evaluation framework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performance after three months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Average technique demonstrates superior forecasting accuracy for NovaTech Store's sales data, providing a reliable foundation for inventory planning and business decisions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22782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will enhance operational efficiency and customer service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54" y="2581275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74605" y="3152775"/>
            <a:ext cx="2194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forecasting@novatech.com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Office PowerPoint</Application>
  <PresentationFormat>On-screen Show (16:9)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Mohammed Lawan</cp:lastModifiedBy>
  <cp:revision>2</cp:revision>
  <dcterms:created xsi:type="dcterms:W3CDTF">2026-03-05T12:12:06Z</dcterms:created>
  <dcterms:modified xsi:type="dcterms:W3CDTF">2026-03-05T12:14:01Z</dcterms:modified>
</cp:coreProperties>
</file>